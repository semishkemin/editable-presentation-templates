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bstack.com/@semishkemi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itle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0283D"/>
                </a:solidFill>
                <a:latin typeface="Arial"/>
              </a:defRPr>
            </a:pPr>
            <a:r>
              <a:t>Editable timelines</a:t>
            </a:r>
          </a:p>
        </p:txBody>
      </p:sp>
      <p:sp>
        <p:nvSpPr>
          <p:cNvPr id="3" name="Cover subtitle"/>
          <p:cNvSpPr txBox="1"/>
          <p:nvPr/>
        </p:nvSpPr>
        <p:spPr>
          <a:xfrm>
            <a:off x="713232" y="158191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96274"/>
                </a:solidFill>
                <a:latin typeface="Arial"/>
              </a:defRPr>
            </a:pPr>
            <a:r>
              <a:t>For lessons, workshops, and presentations</a:t>
            </a:r>
          </a:p>
        </p:txBody>
      </p:sp>
      <p:sp>
        <p:nvSpPr>
          <p:cNvPr id="4" name="Usage heading"/>
          <p:cNvSpPr txBox="1"/>
          <p:nvPr/>
        </p:nvSpPr>
        <p:spPr>
          <a:xfrm>
            <a:off x="713232" y="25146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5B4BDB"/>
                </a:solidFill>
                <a:latin typeface="Arial"/>
              </a:defRPr>
            </a:pPr>
            <a:r>
              <a:t>Make these templates your own</a:t>
            </a:r>
          </a:p>
        </p:txBody>
      </p:sp>
      <p:sp>
        <p:nvSpPr>
          <p:cNvPr id="5" name="Usage permissions"/>
          <p:cNvSpPr txBox="1"/>
          <p:nvPr/>
        </p:nvSpPr>
        <p:spPr>
          <a:xfrm>
            <a:off x="713232" y="3172968"/>
            <a:ext cx="1065276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3D"/>
                </a:solidFill>
                <a:latin typeface="Arial"/>
              </a:defRPr>
            </a:pPr>
            <a:r>
              <a:t>Change the text, colors, fonts, and shapes.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3D"/>
                </a:solidFill>
                <a:latin typeface="Arial"/>
              </a:defRPr>
            </a:pPr>
            <a:r>
              <a:t>Use, adapt, and redistribute these templates freely.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3D"/>
                </a:solidFill>
                <a:latin typeface="Arial"/>
              </a:defRPr>
            </a:pPr>
            <a:r>
              <a:t>Personal, educational, and commercial use is welcome.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3D"/>
                </a:solidFill>
                <a:latin typeface="Arial"/>
              </a:defRPr>
            </a:pPr>
            <a:r>
              <a:t>No attribution is required. You may remove this cover.</a:t>
            </a:r>
          </a:p>
        </p:txBody>
      </p:sp>
      <p:sp>
        <p:nvSpPr>
          <p:cNvPr id="6" name="Creator note"/>
          <p:cNvSpPr txBox="1"/>
          <p:nvPr/>
        </p:nvSpPr>
        <p:spPr>
          <a:xfrm>
            <a:off x="713232" y="51389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96274"/>
                </a:solidFill>
                <a:latin typeface="Arial"/>
              </a:defRPr>
            </a:pPr>
            <a:r>
              <a:t>Created for my own presentations and shared with you.</a:t>
            </a:r>
          </a:p>
        </p:txBody>
      </p:sp>
      <p:sp>
        <p:nvSpPr>
          <p:cNvPr id="7" name="Substack profile"/>
          <p:cNvSpPr txBox="1"/>
          <p:nvPr/>
        </p:nvSpPr>
        <p:spPr>
          <a:xfrm>
            <a:off x="713232" y="5605272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5B4BDB"/>
                </a:solidFill>
                <a:latin typeface="Arial"/>
              </a:defRPr>
            </a:pPr>
            <a:r>
              <a:rPr>
                <a:hlinkClick r:id="rId2"/>
              </a:rPr>
              <a:t>substack.com/@semishkemin</a:t>
            </a:r>
          </a:p>
        </p:txBody>
      </p:sp>
      <p:sp>
        <p:nvSpPr>
          <p:cNvPr id="8" name="Feedback invitation"/>
          <p:cNvSpPr txBox="1"/>
          <p:nvPr/>
        </p:nvSpPr>
        <p:spPr>
          <a:xfrm>
            <a:off x="713232" y="61904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96274"/>
                </a:solidFill>
                <a:latin typeface="Arial"/>
              </a:defRPr>
            </a:pPr>
            <a:r>
              <a:t>Feedback is welcome: what worked, and what would you change?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0283D"/>
                </a:solidFill>
                <a:latin typeface="Arial"/>
              </a:defRPr>
            </a:pPr>
            <a:r>
              <a:t>Project timeline: 3 milestones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21792" y="1024128"/>
            <a:ext cx="109270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 sequence of milestones</a:t>
            </a:r>
          </a:p>
        </p:txBody>
      </p:sp>
      <p:sp>
        <p:nvSpPr>
          <p:cNvPr id="4" name="Time band 1"/>
          <p:cNvSpPr/>
          <p:nvPr/>
        </p:nvSpPr>
        <p:spPr>
          <a:xfrm>
            <a:off x="640080" y="3712463"/>
            <a:ext cx="3727704" cy="292608"/>
          </a:xfrm>
          <a:prstGeom prst="chevron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 band 2"/>
          <p:cNvSpPr/>
          <p:nvPr/>
        </p:nvSpPr>
        <p:spPr>
          <a:xfrm>
            <a:off x="4276344" y="3712463"/>
            <a:ext cx="3727704" cy="29260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 band 3"/>
          <p:cNvSpPr/>
          <p:nvPr/>
        </p:nvSpPr>
        <p:spPr>
          <a:xfrm>
            <a:off x="7912608" y="3712463"/>
            <a:ext cx="3636264" cy="292608"/>
          </a:xfrm>
          <a:prstGeom prst="chevron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ilestone 1 stem"/>
          <p:cNvSpPr/>
          <p:nvPr/>
        </p:nvSpPr>
        <p:spPr>
          <a:xfrm>
            <a:off x="2438095" y="3611879"/>
            <a:ext cx="40233" cy="246888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ilestone 1 card"/>
          <p:cNvSpPr/>
          <p:nvPr/>
        </p:nvSpPr>
        <p:spPr>
          <a:xfrm>
            <a:off x="867156" y="1508760"/>
            <a:ext cx="3182112" cy="2103120"/>
          </a:xfrm>
          <a:prstGeom prst="roundRect">
            <a:avLst/>
          </a:prstGeom>
          <a:solidFill>
            <a:srgbClr val="EF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ilestone 1 accent"/>
          <p:cNvSpPr/>
          <p:nvPr/>
        </p:nvSpPr>
        <p:spPr>
          <a:xfrm>
            <a:off x="1050036" y="1709928"/>
            <a:ext cx="50292" cy="228600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ilestone 1 label"/>
          <p:cNvSpPr txBox="1"/>
          <p:nvPr/>
        </p:nvSpPr>
        <p:spPr>
          <a:xfrm>
            <a:off x="1196340" y="1691639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B4BDB"/>
                </a:solidFill>
                <a:latin typeface="Arial"/>
              </a:defRPr>
            </a:pPr>
            <a:r>
              <a:t>WEEK 01</a:t>
            </a:r>
          </a:p>
        </p:txBody>
      </p:sp>
      <p:sp>
        <p:nvSpPr>
          <p:cNvPr id="11" name="Milestone 1 title"/>
          <p:cNvSpPr txBox="1"/>
          <p:nvPr/>
        </p:nvSpPr>
        <p:spPr>
          <a:xfrm>
            <a:off x="1050036" y="2048255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Explore</a:t>
            </a:r>
          </a:p>
        </p:txBody>
      </p:sp>
      <p:sp>
        <p:nvSpPr>
          <p:cNvPr id="12" name="Milestone 1 description"/>
          <p:cNvSpPr txBox="1"/>
          <p:nvPr/>
        </p:nvSpPr>
        <p:spPr>
          <a:xfrm>
            <a:off x="1050036" y="2615184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Identify the topic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gather initial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questions.</a:t>
            </a:r>
          </a:p>
        </p:txBody>
      </p:sp>
      <p:sp>
        <p:nvSpPr>
          <p:cNvPr id="13" name="Milestone 1 halo"/>
          <p:cNvSpPr/>
          <p:nvPr/>
        </p:nvSpPr>
        <p:spPr>
          <a:xfrm>
            <a:off x="2193036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ilestone 1 marker"/>
          <p:cNvSpPr/>
          <p:nvPr/>
        </p:nvSpPr>
        <p:spPr>
          <a:xfrm>
            <a:off x="2243328" y="3643884"/>
            <a:ext cx="429768" cy="429768"/>
          </a:xfrm>
          <a:prstGeom prst="ellipse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ilestone 1 number"/>
          <p:cNvSpPr txBox="1"/>
          <p:nvPr/>
        </p:nvSpPr>
        <p:spPr>
          <a:xfrm>
            <a:off x="2243328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Milestone 2 stem"/>
          <p:cNvSpPr/>
          <p:nvPr/>
        </p:nvSpPr>
        <p:spPr>
          <a:xfrm>
            <a:off x="6074359" y="3858768"/>
            <a:ext cx="40233" cy="4754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ilestone 2 card"/>
          <p:cNvSpPr/>
          <p:nvPr/>
        </p:nvSpPr>
        <p:spPr>
          <a:xfrm>
            <a:off x="4503420" y="4334256"/>
            <a:ext cx="3182112" cy="21031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ilestone 2 accent"/>
          <p:cNvSpPr/>
          <p:nvPr/>
        </p:nvSpPr>
        <p:spPr>
          <a:xfrm>
            <a:off x="4686300" y="4535424"/>
            <a:ext cx="5029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ilestone 2 label"/>
          <p:cNvSpPr txBox="1"/>
          <p:nvPr/>
        </p:nvSpPr>
        <p:spPr>
          <a:xfrm>
            <a:off x="4832604" y="451713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2"/>
                </a:solidFill>
                <a:latin typeface="Arial"/>
              </a:defRPr>
            </a:pPr>
            <a:r>
              <a:t>WEEK 02</a:t>
            </a:r>
          </a:p>
        </p:txBody>
      </p:sp>
      <p:sp>
        <p:nvSpPr>
          <p:cNvPr id="20" name="Milestone 2 title"/>
          <p:cNvSpPr txBox="1"/>
          <p:nvPr/>
        </p:nvSpPr>
        <p:spPr>
          <a:xfrm>
            <a:off x="4686300" y="4873752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21" name="Milestone 2 description"/>
          <p:cNvSpPr txBox="1"/>
          <p:nvPr/>
        </p:nvSpPr>
        <p:spPr>
          <a:xfrm>
            <a:off x="4686300" y="5440680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Set a clear goal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choose the next steps.</a:t>
            </a:r>
          </a:p>
        </p:txBody>
      </p:sp>
      <p:sp>
        <p:nvSpPr>
          <p:cNvPr id="22" name="Milestone 2 halo"/>
          <p:cNvSpPr/>
          <p:nvPr/>
        </p:nvSpPr>
        <p:spPr>
          <a:xfrm>
            <a:off x="5829300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lestone 2 marker"/>
          <p:cNvSpPr/>
          <p:nvPr/>
        </p:nvSpPr>
        <p:spPr>
          <a:xfrm>
            <a:off x="5879592" y="3643884"/>
            <a:ext cx="429768" cy="429768"/>
          </a:xfrm>
          <a:prstGeom prst="ellipse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ilestone 2 number"/>
          <p:cNvSpPr txBox="1"/>
          <p:nvPr/>
        </p:nvSpPr>
        <p:spPr>
          <a:xfrm>
            <a:off x="5879592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5" name="Milestone 3 stem"/>
          <p:cNvSpPr/>
          <p:nvPr/>
        </p:nvSpPr>
        <p:spPr>
          <a:xfrm>
            <a:off x="9710623" y="3611879"/>
            <a:ext cx="40233" cy="246888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ilestone 3 card"/>
          <p:cNvSpPr/>
          <p:nvPr/>
        </p:nvSpPr>
        <p:spPr>
          <a:xfrm>
            <a:off x="8139684" y="1508760"/>
            <a:ext cx="3182112" cy="2103120"/>
          </a:xfrm>
          <a:prstGeom prst="roundRect">
            <a:avLst/>
          </a:prstGeom>
          <a:solidFill>
            <a:srgbClr val="F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ilestone 3 accent"/>
          <p:cNvSpPr/>
          <p:nvPr/>
        </p:nvSpPr>
        <p:spPr>
          <a:xfrm>
            <a:off x="8322564" y="1709928"/>
            <a:ext cx="50292" cy="228600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ilestone 3 label"/>
          <p:cNvSpPr txBox="1"/>
          <p:nvPr/>
        </p:nvSpPr>
        <p:spPr>
          <a:xfrm>
            <a:off x="8468868" y="1691639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B4B35"/>
                </a:solidFill>
                <a:latin typeface="Arial"/>
              </a:defRPr>
            </a:pPr>
            <a:r>
              <a:t>WEEK 03</a:t>
            </a:r>
          </a:p>
        </p:txBody>
      </p:sp>
      <p:sp>
        <p:nvSpPr>
          <p:cNvPr id="29" name="Milestone 3 title"/>
          <p:cNvSpPr txBox="1"/>
          <p:nvPr/>
        </p:nvSpPr>
        <p:spPr>
          <a:xfrm>
            <a:off x="8322564" y="2048255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Create</a:t>
            </a:r>
          </a:p>
        </p:txBody>
      </p:sp>
      <p:sp>
        <p:nvSpPr>
          <p:cNvPr id="30" name="Milestone 3 description"/>
          <p:cNvSpPr txBox="1"/>
          <p:nvPr/>
        </p:nvSpPr>
        <p:spPr>
          <a:xfrm>
            <a:off x="8322564" y="2615184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Build a first version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and make the ideas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visible.</a:t>
            </a:r>
          </a:p>
        </p:txBody>
      </p:sp>
      <p:sp>
        <p:nvSpPr>
          <p:cNvPr id="31" name="Milestone 3 halo"/>
          <p:cNvSpPr/>
          <p:nvPr/>
        </p:nvSpPr>
        <p:spPr>
          <a:xfrm>
            <a:off x="9465564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ilestone 3 marker"/>
          <p:cNvSpPr/>
          <p:nvPr/>
        </p:nvSpPr>
        <p:spPr>
          <a:xfrm>
            <a:off x="9515856" y="3643884"/>
            <a:ext cx="429768" cy="429768"/>
          </a:xfrm>
          <a:prstGeom prst="ellipse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ilestone 3 number"/>
          <p:cNvSpPr txBox="1"/>
          <p:nvPr/>
        </p:nvSpPr>
        <p:spPr>
          <a:xfrm>
            <a:off x="9515856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0283D"/>
                </a:solidFill>
                <a:latin typeface="Arial"/>
              </a:defRPr>
            </a:pPr>
            <a:r>
              <a:t>Project timeline: 4 milestones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21792" y="1024128"/>
            <a:ext cx="109270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 sequence of milestones</a:t>
            </a:r>
          </a:p>
        </p:txBody>
      </p:sp>
      <p:sp>
        <p:nvSpPr>
          <p:cNvPr id="4" name="Time band 1"/>
          <p:cNvSpPr/>
          <p:nvPr/>
        </p:nvSpPr>
        <p:spPr>
          <a:xfrm>
            <a:off x="640080" y="3712463"/>
            <a:ext cx="2818638" cy="292608"/>
          </a:xfrm>
          <a:prstGeom prst="chevron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 band 2"/>
          <p:cNvSpPr/>
          <p:nvPr/>
        </p:nvSpPr>
        <p:spPr>
          <a:xfrm>
            <a:off x="3367278" y="3712463"/>
            <a:ext cx="2818638" cy="29260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 band 3"/>
          <p:cNvSpPr/>
          <p:nvPr/>
        </p:nvSpPr>
        <p:spPr>
          <a:xfrm>
            <a:off x="6094476" y="3712463"/>
            <a:ext cx="2818638" cy="292608"/>
          </a:xfrm>
          <a:prstGeom prst="chevron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 band 4"/>
          <p:cNvSpPr/>
          <p:nvPr/>
        </p:nvSpPr>
        <p:spPr>
          <a:xfrm>
            <a:off x="8821674" y="3712463"/>
            <a:ext cx="2727198" cy="292608"/>
          </a:xfrm>
          <a:prstGeom prst="chevron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ilestone 1 stem"/>
          <p:cNvSpPr/>
          <p:nvPr/>
        </p:nvSpPr>
        <p:spPr>
          <a:xfrm>
            <a:off x="1983562" y="3611879"/>
            <a:ext cx="40233" cy="246888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ilestone 1 card"/>
          <p:cNvSpPr/>
          <p:nvPr/>
        </p:nvSpPr>
        <p:spPr>
          <a:xfrm>
            <a:off x="640080" y="1508760"/>
            <a:ext cx="3182112" cy="2103120"/>
          </a:xfrm>
          <a:prstGeom prst="roundRect">
            <a:avLst/>
          </a:prstGeom>
          <a:solidFill>
            <a:srgbClr val="EF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ilestone 1 accent"/>
          <p:cNvSpPr/>
          <p:nvPr/>
        </p:nvSpPr>
        <p:spPr>
          <a:xfrm>
            <a:off x="822959" y="1709928"/>
            <a:ext cx="50292" cy="228600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ilestone 1 label"/>
          <p:cNvSpPr txBox="1"/>
          <p:nvPr/>
        </p:nvSpPr>
        <p:spPr>
          <a:xfrm>
            <a:off x="969264" y="1691639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B4BDB"/>
                </a:solidFill>
                <a:latin typeface="Arial"/>
              </a:defRPr>
            </a:pPr>
            <a:r>
              <a:t>WEEK 01</a:t>
            </a:r>
          </a:p>
        </p:txBody>
      </p:sp>
      <p:sp>
        <p:nvSpPr>
          <p:cNvPr id="12" name="Milestone 1 title"/>
          <p:cNvSpPr txBox="1"/>
          <p:nvPr/>
        </p:nvSpPr>
        <p:spPr>
          <a:xfrm>
            <a:off x="822959" y="2048255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Explore</a:t>
            </a:r>
          </a:p>
        </p:txBody>
      </p:sp>
      <p:sp>
        <p:nvSpPr>
          <p:cNvPr id="13" name="Milestone 1 description"/>
          <p:cNvSpPr txBox="1"/>
          <p:nvPr/>
        </p:nvSpPr>
        <p:spPr>
          <a:xfrm>
            <a:off x="822959" y="2615184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Identify the topic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gather initial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questions.</a:t>
            </a:r>
          </a:p>
        </p:txBody>
      </p:sp>
      <p:sp>
        <p:nvSpPr>
          <p:cNvPr id="14" name="Milestone 1 halo"/>
          <p:cNvSpPr/>
          <p:nvPr/>
        </p:nvSpPr>
        <p:spPr>
          <a:xfrm>
            <a:off x="1738503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ilestone 1 marker"/>
          <p:cNvSpPr/>
          <p:nvPr/>
        </p:nvSpPr>
        <p:spPr>
          <a:xfrm>
            <a:off x="1788795" y="3643884"/>
            <a:ext cx="429768" cy="429768"/>
          </a:xfrm>
          <a:prstGeom prst="ellipse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ilestone 1 number"/>
          <p:cNvSpPr txBox="1"/>
          <p:nvPr/>
        </p:nvSpPr>
        <p:spPr>
          <a:xfrm>
            <a:off x="1788795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Milestone 2 stem"/>
          <p:cNvSpPr/>
          <p:nvPr/>
        </p:nvSpPr>
        <p:spPr>
          <a:xfrm>
            <a:off x="4710760" y="3858768"/>
            <a:ext cx="40233" cy="4754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ilestone 2 card"/>
          <p:cNvSpPr/>
          <p:nvPr/>
        </p:nvSpPr>
        <p:spPr>
          <a:xfrm>
            <a:off x="3139821" y="4334256"/>
            <a:ext cx="3182112" cy="21031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ilestone 2 accent"/>
          <p:cNvSpPr/>
          <p:nvPr/>
        </p:nvSpPr>
        <p:spPr>
          <a:xfrm>
            <a:off x="3322701" y="4535424"/>
            <a:ext cx="5029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ilestone 2 label"/>
          <p:cNvSpPr txBox="1"/>
          <p:nvPr/>
        </p:nvSpPr>
        <p:spPr>
          <a:xfrm>
            <a:off x="3469005" y="451713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2"/>
                </a:solidFill>
                <a:latin typeface="Arial"/>
              </a:defRPr>
            </a:pPr>
            <a:r>
              <a:t>WEEK 02</a:t>
            </a:r>
          </a:p>
        </p:txBody>
      </p:sp>
      <p:sp>
        <p:nvSpPr>
          <p:cNvPr id="21" name="Milestone 2 title"/>
          <p:cNvSpPr txBox="1"/>
          <p:nvPr/>
        </p:nvSpPr>
        <p:spPr>
          <a:xfrm>
            <a:off x="3322701" y="4873752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22" name="Milestone 2 description"/>
          <p:cNvSpPr txBox="1"/>
          <p:nvPr/>
        </p:nvSpPr>
        <p:spPr>
          <a:xfrm>
            <a:off x="3322701" y="5440680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Set a clear goal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choose the next steps.</a:t>
            </a:r>
          </a:p>
        </p:txBody>
      </p:sp>
      <p:sp>
        <p:nvSpPr>
          <p:cNvPr id="23" name="Milestone 2 halo"/>
          <p:cNvSpPr/>
          <p:nvPr/>
        </p:nvSpPr>
        <p:spPr>
          <a:xfrm>
            <a:off x="4465701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ilestone 2 marker"/>
          <p:cNvSpPr/>
          <p:nvPr/>
        </p:nvSpPr>
        <p:spPr>
          <a:xfrm>
            <a:off x="4515993" y="3643884"/>
            <a:ext cx="429768" cy="429768"/>
          </a:xfrm>
          <a:prstGeom prst="ellipse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ilestone 2 number"/>
          <p:cNvSpPr txBox="1"/>
          <p:nvPr/>
        </p:nvSpPr>
        <p:spPr>
          <a:xfrm>
            <a:off x="4515993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Milestone 3 stem"/>
          <p:cNvSpPr/>
          <p:nvPr/>
        </p:nvSpPr>
        <p:spPr>
          <a:xfrm>
            <a:off x="7437958" y="3611879"/>
            <a:ext cx="40233" cy="246888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ilestone 3 card"/>
          <p:cNvSpPr/>
          <p:nvPr/>
        </p:nvSpPr>
        <p:spPr>
          <a:xfrm>
            <a:off x="5867019" y="1508760"/>
            <a:ext cx="3182112" cy="2103120"/>
          </a:xfrm>
          <a:prstGeom prst="roundRect">
            <a:avLst/>
          </a:prstGeom>
          <a:solidFill>
            <a:srgbClr val="F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ilestone 3 accent"/>
          <p:cNvSpPr/>
          <p:nvPr/>
        </p:nvSpPr>
        <p:spPr>
          <a:xfrm>
            <a:off x="6049899" y="1709928"/>
            <a:ext cx="50292" cy="228600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ilestone 3 label"/>
          <p:cNvSpPr txBox="1"/>
          <p:nvPr/>
        </p:nvSpPr>
        <p:spPr>
          <a:xfrm>
            <a:off x="6196203" y="1691639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B4B35"/>
                </a:solidFill>
                <a:latin typeface="Arial"/>
              </a:defRPr>
            </a:pPr>
            <a:r>
              <a:t>WEEK 03</a:t>
            </a:r>
          </a:p>
        </p:txBody>
      </p:sp>
      <p:sp>
        <p:nvSpPr>
          <p:cNvPr id="30" name="Milestone 3 title"/>
          <p:cNvSpPr txBox="1"/>
          <p:nvPr/>
        </p:nvSpPr>
        <p:spPr>
          <a:xfrm>
            <a:off x="6049899" y="2048255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Create</a:t>
            </a:r>
          </a:p>
        </p:txBody>
      </p:sp>
      <p:sp>
        <p:nvSpPr>
          <p:cNvPr id="31" name="Milestone 3 description"/>
          <p:cNvSpPr txBox="1"/>
          <p:nvPr/>
        </p:nvSpPr>
        <p:spPr>
          <a:xfrm>
            <a:off x="6049899" y="2615184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Build a first version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and make the ideas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visible.</a:t>
            </a:r>
          </a:p>
        </p:txBody>
      </p:sp>
      <p:sp>
        <p:nvSpPr>
          <p:cNvPr id="32" name="Milestone 3 halo"/>
          <p:cNvSpPr/>
          <p:nvPr/>
        </p:nvSpPr>
        <p:spPr>
          <a:xfrm>
            <a:off x="7192899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ilestone 3 marker"/>
          <p:cNvSpPr/>
          <p:nvPr/>
        </p:nvSpPr>
        <p:spPr>
          <a:xfrm>
            <a:off x="7243191" y="3643884"/>
            <a:ext cx="429768" cy="429768"/>
          </a:xfrm>
          <a:prstGeom prst="ellipse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ilestone 3 number"/>
          <p:cNvSpPr txBox="1"/>
          <p:nvPr/>
        </p:nvSpPr>
        <p:spPr>
          <a:xfrm>
            <a:off x="7243191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5" name="Milestone 4 stem"/>
          <p:cNvSpPr/>
          <p:nvPr/>
        </p:nvSpPr>
        <p:spPr>
          <a:xfrm>
            <a:off x="10165156" y="3858768"/>
            <a:ext cx="40233" cy="475488"/>
          </a:xfrm>
          <a:prstGeom prst="rect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ilestone 4 card"/>
          <p:cNvSpPr/>
          <p:nvPr/>
        </p:nvSpPr>
        <p:spPr>
          <a:xfrm>
            <a:off x="8366760" y="4334256"/>
            <a:ext cx="3182112" cy="2103120"/>
          </a:xfrm>
          <a:prstGeom prst="roundRect">
            <a:avLst/>
          </a:prstGeom>
          <a:solidFill>
            <a:srgbClr val="EA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ilestone 4 accent"/>
          <p:cNvSpPr/>
          <p:nvPr/>
        </p:nvSpPr>
        <p:spPr>
          <a:xfrm>
            <a:off x="8549640" y="4535424"/>
            <a:ext cx="50292" cy="228600"/>
          </a:xfrm>
          <a:prstGeom prst="rect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ilestone 4 label"/>
          <p:cNvSpPr txBox="1"/>
          <p:nvPr/>
        </p:nvSpPr>
        <p:spPr>
          <a:xfrm>
            <a:off x="8695944" y="451713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15ED1"/>
                </a:solidFill>
                <a:latin typeface="Arial"/>
              </a:defRPr>
            </a:pPr>
            <a:r>
              <a:t>WEEK 04</a:t>
            </a:r>
          </a:p>
        </p:txBody>
      </p:sp>
      <p:sp>
        <p:nvSpPr>
          <p:cNvPr id="39" name="Milestone 4 title"/>
          <p:cNvSpPr txBox="1"/>
          <p:nvPr/>
        </p:nvSpPr>
        <p:spPr>
          <a:xfrm>
            <a:off x="8549640" y="4873752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0" name="Milestone 4 description"/>
          <p:cNvSpPr txBox="1"/>
          <p:nvPr/>
        </p:nvSpPr>
        <p:spPr>
          <a:xfrm>
            <a:off x="8549640" y="5440680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Collect feedback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identify useful changes.</a:t>
            </a:r>
          </a:p>
        </p:txBody>
      </p:sp>
      <p:sp>
        <p:nvSpPr>
          <p:cNvPr id="41" name="Milestone 4 halo"/>
          <p:cNvSpPr/>
          <p:nvPr/>
        </p:nvSpPr>
        <p:spPr>
          <a:xfrm>
            <a:off x="9920097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ilestone 4 marker"/>
          <p:cNvSpPr/>
          <p:nvPr/>
        </p:nvSpPr>
        <p:spPr>
          <a:xfrm>
            <a:off x="9970389" y="3643884"/>
            <a:ext cx="429768" cy="429768"/>
          </a:xfrm>
          <a:prstGeom prst="ellipse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ilestone 4 number"/>
          <p:cNvSpPr txBox="1"/>
          <p:nvPr/>
        </p:nvSpPr>
        <p:spPr>
          <a:xfrm>
            <a:off x="9970389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0283D"/>
                </a:solidFill>
                <a:latin typeface="Arial"/>
              </a:defRPr>
            </a:pPr>
            <a:r>
              <a:t>Project timeline: 5 milestones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21792" y="1024128"/>
            <a:ext cx="109270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 sequence of milestones</a:t>
            </a:r>
          </a:p>
        </p:txBody>
      </p:sp>
      <p:sp>
        <p:nvSpPr>
          <p:cNvPr id="4" name="Time band 1"/>
          <p:cNvSpPr/>
          <p:nvPr/>
        </p:nvSpPr>
        <p:spPr>
          <a:xfrm>
            <a:off x="640080" y="3712463"/>
            <a:ext cx="2273198" cy="292608"/>
          </a:xfrm>
          <a:prstGeom prst="chevron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 band 2"/>
          <p:cNvSpPr/>
          <p:nvPr/>
        </p:nvSpPr>
        <p:spPr>
          <a:xfrm>
            <a:off x="2821838" y="3712463"/>
            <a:ext cx="2273198" cy="29260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 band 3"/>
          <p:cNvSpPr/>
          <p:nvPr/>
        </p:nvSpPr>
        <p:spPr>
          <a:xfrm>
            <a:off x="5003596" y="3712463"/>
            <a:ext cx="2273198" cy="292608"/>
          </a:xfrm>
          <a:prstGeom prst="chevron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 band 4"/>
          <p:cNvSpPr/>
          <p:nvPr/>
        </p:nvSpPr>
        <p:spPr>
          <a:xfrm>
            <a:off x="7185355" y="3712463"/>
            <a:ext cx="2273198" cy="292608"/>
          </a:xfrm>
          <a:prstGeom prst="chevron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 band 5"/>
          <p:cNvSpPr/>
          <p:nvPr/>
        </p:nvSpPr>
        <p:spPr>
          <a:xfrm>
            <a:off x="9367113" y="3712463"/>
            <a:ext cx="2181758" cy="292608"/>
          </a:xfrm>
          <a:prstGeom prst="chevron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ilestone 1 stem"/>
          <p:cNvSpPr/>
          <p:nvPr/>
        </p:nvSpPr>
        <p:spPr>
          <a:xfrm>
            <a:off x="1710842" y="3611879"/>
            <a:ext cx="40233" cy="246888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ilestone 1 card"/>
          <p:cNvSpPr/>
          <p:nvPr/>
        </p:nvSpPr>
        <p:spPr>
          <a:xfrm>
            <a:off x="640080" y="1508760"/>
            <a:ext cx="3182112" cy="2103120"/>
          </a:xfrm>
          <a:prstGeom prst="roundRect">
            <a:avLst/>
          </a:prstGeom>
          <a:solidFill>
            <a:srgbClr val="EF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ilestone 1 accent"/>
          <p:cNvSpPr/>
          <p:nvPr/>
        </p:nvSpPr>
        <p:spPr>
          <a:xfrm>
            <a:off x="822959" y="1709928"/>
            <a:ext cx="50292" cy="228600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ilestone 1 label"/>
          <p:cNvSpPr txBox="1"/>
          <p:nvPr/>
        </p:nvSpPr>
        <p:spPr>
          <a:xfrm>
            <a:off x="969264" y="1691639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B4BDB"/>
                </a:solidFill>
                <a:latin typeface="Arial"/>
              </a:defRPr>
            </a:pPr>
            <a:r>
              <a:t>WEEK 01</a:t>
            </a:r>
          </a:p>
        </p:txBody>
      </p:sp>
      <p:sp>
        <p:nvSpPr>
          <p:cNvPr id="13" name="Milestone 1 title"/>
          <p:cNvSpPr txBox="1"/>
          <p:nvPr/>
        </p:nvSpPr>
        <p:spPr>
          <a:xfrm>
            <a:off x="822959" y="2048255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Explore</a:t>
            </a:r>
          </a:p>
        </p:txBody>
      </p:sp>
      <p:sp>
        <p:nvSpPr>
          <p:cNvPr id="14" name="Milestone 1 description"/>
          <p:cNvSpPr txBox="1"/>
          <p:nvPr/>
        </p:nvSpPr>
        <p:spPr>
          <a:xfrm>
            <a:off x="822959" y="2615184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Identify the topic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gather initial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questions.</a:t>
            </a:r>
          </a:p>
        </p:txBody>
      </p:sp>
      <p:sp>
        <p:nvSpPr>
          <p:cNvPr id="15" name="Milestone 1 halo"/>
          <p:cNvSpPr/>
          <p:nvPr/>
        </p:nvSpPr>
        <p:spPr>
          <a:xfrm>
            <a:off x="1465783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ilestone 1 marker"/>
          <p:cNvSpPr/>
          <p:nvPr/>
        </p:nvSpPr>
        <p:spPr>
          <a:xfrm>
            <a:off x="1516075" y="3643884"/>
            <a:ext cx="429768" cy="429768"/>
          </a:xfrm>
          <a:prstGeom prst="ellipse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ilestone 1 number"/>
          <p:cNvSpPr txBox="1"/>
          <p:nvPr/>
        </p:nvSpPr>
        <p:spPr>
          <a:xfrm>
            <a:off x="1516075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Milestone 2 stem"/>
          <p:cNvSpPr/>
          <p:nvPr/>
        </p:nvSpPr>
        <p:spPr>
          <a:xfrm>
            <a:off x="3892600" y="3858768"/>
            <a:ext cx="40233" cy="4754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ilestone 2 card"/>
          <p:cNvSpPr/>
          <p:nvPr/>
        </p:nvSpPr>
        <p:spPr>
          <a:xfrm>
            <a:off x="2321661" y="4334256"/>
            <a:ext cx="3182112" cy="21031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ilestone 2 accent"/>
          <p:cNvSpPr/>
          <p:nvPr/>
        </p:nvSpPr>
        <p:spPr>
          <a:xfrm>
            <a:off x="2504541" y="4535424"/>
            <a:ext cx="5029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ilestone 2 label"/>
          <p:cNvSpPr txBox="1"/>
          <p:nvPr/>
        </p:nvSpPr>
        <p:spPr>
          <a:xfrm>
            <a:off x="2650845" y="451713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2"/>
                </a:solidFill>
                <a:latin typeface="Arial"/>
              </a:defRPr>
            </a:pPr>
            <a:r>
              <a:t>WEEK 02</a:t>
            </a:r>
          </a:p>
        </p:txBody>
      </p:sp>
      <p:sp>
        <p:nvSpPr>
          <p:cNvPr id="22" name="Milestone 2 title"/>
          <p:cNvSpPr txBox="1"/>
          <p:nvPr/>
        </p:nvSpPr>
        <p:spPr>
          <a:xfrm>
            <a:off x="2504541" y="4873752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23" name="Milestone 2 description"/>
          <p:cNvSpPr txBox="1"/>
          <p:nvPr/>
        </p:nvSpPr>
        <p:spPr>
          <a:xfrm>
            <a:off x="2504541" y="5440680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Set a clear goal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choose the next steps.</a:t>
            </a:r>
          </a:p>
        </p:txBody>
      </p:sp>
      <p:sp>
        <p:nvSpPr>
          <p:cNvPr id="24" name="Milestone 2 halo"/>
          <p:cNvSpPr/>
          <p:nvPr/>
        </p:nvSpPr>
        <p:spPr>
          <a:xfrm>
            <a:off x="3647541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ilestone 2 marker"/>
          <p:cNvSpPr/>
          <p:nvPr/>
        </p:nvSpPr>
        <p:spPr>
          <a:xfrm>
            <a:off x="3697833" y="3643884"/>
            <a:ext cx="429768" cy="429768"/>
          </a:xfrm>
          <a:prstGeom prst="ellipse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ilestone 2 number"/>
          <p:cNvSpPr txBox="1"/>
          <p:nvPr/>
        </p:nvSpPr>
        <p:spPr>
          <a:xfrm>
            <a:off x="3697833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Milestone 3 stem"/>
          <p:cNvSpPr/>
          <p:nvPr/>
        </p:nvSpPr>
        <p:spPr>
          <a:xfrm>
            <a:off x="6074359" y="3611879"/>
            <a:ext cx="40233" cy="246888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ilestone 3 card"/>
          <p:cNvSpPr/>
          <p:nvPr/>
        </p:nvSpPr>
        <p:spPr>
          <a:xfrm>
            <a:off x="4503420" y="1508760"/>
            <a:ext cx="3182112" cy="2103120"/>
          </a:xfrm>
          <a:prstGeom prst="roundRect">
            <a:avLst/>
          </a:prstGeom>
          <a:solidFill>
            <a:srgbClr val="F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ilestone 3 accent"/>
          <p:cNvSpPr/>
          <p:nvPr/>
        </p:nvSpPr>
        <p:spPr>
          <a:xfrm>
            <a:off x="4686300" y="1709928"/>
            <a:ext cx="50292" cy="228600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ilestone 3 label"/>
          <p:cNvSpPr txBox="1"/>
          <p:nvPr/>
        </p:nvSpPr>
        <p:spPr>
          <a:xfrm>
            <a:off x="4832604" y="1691639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B4B35"/>
                </a:solidFill>
                <a:latin typeface="Arial"/>
              </a:defRPr>
            </a:pPr>
            <a:r>
              <a:t>WEEK 03</a:t>
            </a:r>
          </a:p>
        </p:txBody>
      </p:sp>
      <p:sp>
        <p:nvSpPr>
          <p:cNvPr id="31" name="Milestone 3 title"/>
          <p:cNvSpPr txBox="1"/>
          <p:nvPr/>
        </p:nvSpPr>
        <p:spPr>
          <a:xfrm>
            <a:off x="4686300" y="2048255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Create</a:t>
            </a:r>
          </a:p>
        </p:txBody>
      </p:sp>
      <p:sp>
        <p:nvSpPr>
          <p:cNvPr id="32" name="Milestone 3 description"/>
          <p:cNvSpPr txBox="1"/>
          <p:nvPr/>
        </p:nvSpPr>
        <p:spPr>
          <a:xfrm>
            <a:off x="4686300" y="2615184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Build a first version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and make the ideas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visible.</a:t>
            </a:r>
          </a:p>
        </p:txBody>
      </p:sp>
      <p:sp>
        <p:nvSpPr>
          <p:cNvPr id="33" name="Milestone 3 halo"/>
          <p:cNvSpPr/>
          <p:nvPr/>
        </p:nvSpPr>
        <p:spPr>
          <a:xfrm>
            <a:off x="5829300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ilestone 3 marker"/>
          <p:cNvSpPr/>
          <p:nvPr/>
        </p:nvSpPr>
        <p:spPr>
          <a:xfrm>
            <a:off x="5879592" y="3643884"/>
            <a:ext cx="429768" cy="429768"/>
          </a:xfrm>
          <a:prstGeom prst="ellipse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ilestone 3 number"/>
          <p:cNvSpPr txBox="1"/>
          <p:nvPr/>
        </p:nvSpPr>
        <p:spPr>
          <a:xfrm>
            <a:off x="5879592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Milestone 4 stem"/>
          <p:cNvSpPr/>
          <p:nvPr/>
        </p:nvSpPr>
        <p:spPr>
          <a:xfrm>
            <a:off x="8256117" y="3858768"/>
            <a:ext cx="40233" cy="475488"/>
          </a:xfrm>
          <a:prstGeom prst="rect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ilestone 4 card"/>
          <p:cNvSpPr/>
          <p:nvPr/>
        </p:nvSpPr>
        <p:spPr>
          <a:xfrm>
            <a:off x="6685178" y="4334256"/>
            <a:ext cx="3182112" cy="2103120"/>
          </a:xfrm>
          <a:prstGeom prst="roundRect">
            <a:avLst/>
          </a:prstGeom>
          <a:solidFill>
            <a:srgbClr val="EA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ilestone 4 accent"/>
          <p:cNvSpPr/>
          <p:nvPr/>
        </p:nvSpPr>
        <p:spPr>
          <a:xfrm>
            <a:off x="6868058" y="4535424"/>
            <a:ext cx="50292" cy="228600"/>
          </a:xfrm>
          <a:prstGeom prst="rect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ilestone 4 label"/>
          <p:cNvSpPr txBox="1"/>
          <p:nvPr/>
        </p:nvSpPr>
        <p:spPr>
          <a:xfrm>
            <a:off x="7014362" y="451713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15ED1"/>
                </a:solidFill>
                <a:latin typeface="Arial"/>
              </a:defRPr>
            </a:pPr>
            <a:r>
              <a:t>WEEK 04</a:t>
            </a:r>
          </a:p>
        </p:txBody>
      </p:sp>
      <p:sp>
        <p:nvSpPr>
          <p:cNvPr id="40" name="Milestone 4 title"/>
          <p:cNvSpPr txBox="1"/>
          <p:nvPr/>
        </p:nvSpPr>
        <p:spPr>
          <a:xfrm>
            <a:off x="6868058" y="4873752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1" name="Milestone 4 description"/>
          <p:cNvSpPr txBox="1"/>
          <p:nvPr/>
        </p:nvSpPr>
        <p:spPr>
          <a:xfrm>
            <a:off x="6868058" y="5440680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Collect feedback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identify useful changes.</a:t>
            </a:r>
          </a:p>
        </p:txBody>
      </p:sp>
      <p:sp>
        <p:nvSpPr>
          <p:cNvPr id="42" name="Milestone 4 halo"/>
          <p:cNvSpPr/>
          <p:nvPr/>
        </p:nvSpPr>
        <p:spPr>
          <a:xfrm>
            <a:off x="8011058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ilestone 4 marker"/>
          <p:cNvSpPr/>
          <p:nvPr/>
        </p:nvSpPr>
        <p:spPr>
          <a:xfrm>
            <a:off x="8061350" y="3643884"/>
            <a:ext cx="429768" cy="429768"/>
          </a:xfrm>
          <a:prstGeom prst="ellipse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ilestone 4 number"/>
          <p:cNvSpPr txBox="1"/>
          <p:nvPr/>
        </p:nvSpPr>
        <p:spPr>
          <a:xfrm>
            <a:off x="8061350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Milestone 5 stem"/>
          <p:cNvSpPr/>
          <p:nvPr/>
        </p:nvSpPr>
        <p:spPr>
          <a:xfrm>
            <a:off x="10437876" y="3611879"/>
            <a:ext cx="40233" cy="246888"/>
          </a:xfrm>
          <a:prstGeom prst="rect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ilestone 5 card"/>
          <p:cNvSpPr/>
          <p:nvPr/>
        </p:nvSpPr>
        <p:spPr>
          <a:xfrm>
            <a:off x="8366760" y="1508760"/>
            <a:ext cx="3182112" cy="2103120"/>
          </a:xfrm>
          <a:prstGeom prst="roundRect">
            <a:avLst/>
          </a:prstGeom>
          <a:solidFill>
            <a:srgbClr val="F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ilestone 5 accent"/>
          <p:cNvSpPr/>
          <p:nvPr/>
        </p:nvSpPr>
        <p:spPr>
          <a:xfrm>
            <a:off x="8549640" y="1709928"/>
            <a:ext cx="50292" cy="228600"/>
          </a:xfrm>
          <a:prstGeom prst="rect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ilestone 5 label"/>
          <p:cNvSpPr txBox="1"/>
          <p:nvPr/>
        </p:nvSpPr>
        <p:spPr>
          <a:xfrm>
            <a:off x="8695944" y="1691639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53575"/>
                </a:solidFill>
                <a:latin typeface="Arial"/>
              </a:defRPr>
            </a:pPr>
            <a:r>
              <a:t>WEEK 05</a:t>
            </a:r>
          </a:p>
        </p:txBody>
      </p:sp>
      <p:sp>
        <p:nvSpPr>
          <p:cNvPr id="49" name="Milestone 5 title"/>
          <p:cNvSpPr txBox="1"/>
          <p:nvPr/>
        </p:nvSpPr>
        <p:spPr>
          <a:xfrm>
            <a:off x="8549640" y="2048255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Improve</a:t>
            </a:r>
          </a:p>
        </p:txBody>
      </p:sp>
      <p:sp>
        <p:nvSpPr>
          <p:cNvPr id="50" name="Milestone 5 description"/>
          <p:cNvSpPr txBox="1"/>
          <p:nvPr/>
        </p:nvSpPr>
        <p:spPr>
          <a:xfrm>
            <a:off x="8549640" y="2615184"/>
            <a:ext cx="2816352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Refine the work using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what you have learned.</a:t>
            </a:r>
          </a:p>
        </p:txBody>
      </p:sp>
      <p:sp>
        <p:nvSpPr>
          <p:cNvPr id="51" name="Milestone 5 halo"/>
          <p:cNvSpPr/>
          <p:nvPr/>
        </p:nvSpPr>
        <p:spPr>
          <a:xfrm>
            <a:off x="10192816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ilestone 5 marker"/>
          <p:cNvSpPr/>
          <p:nvPr/>
        </p:nvSpPr>
        <p:spPr>
          <a:xfrm>
            <a:off x="10243108" y="3643884"/>
            <a:ext cx="429768" cy="429768"/>
          </a:xfrm>
          <a:prstGeom prst="ellipse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ilestone 5 number"/>
          <p:cNvSpPr txBox="1"/>
          <p:nvPr/>
        </p:nvSpPr>
        <p:spPr>
          <a:xfrm>
            <a:off x="10243108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0283D"/>
                </a:solidFill>
                <a:latin typeface="Arial"/>
              </a:defRPr>
            </a:pPr>
            <a:r>
              <a:t>Project timeline: 6 milestones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21792" y="1024128"/>
            <a:ext cx="109270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 sequence of milestones</a:t>
            </a:r>
          </a:p>
        </p:txBody>
      </p:sp>
      <p:sp>
        <p:nvSpPr>
          <p:cNvPr id="4" name="Time band 1"/>
          <p:cNvSpPr/>
          <p:nvPr/>
        </p:nvSpPr>
        <p:spPr>
          <a:xfrm>
            <a:off x="640080" y="3712463"/>
            <a:ext cx="1909572" cy="292608"/>
          </a:xfrm>
          <a:prstGeom prst="chevron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 band 2"/>
          <p:cNvSpPr/>
          <p:nvPr/>
        </p:nvSpPr>
        <p:spPr>
          <a:xfrm>
            <a:off x="2458212" y="3712463"/>
            <a:ext cx="1909572" cy="29260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 band 3"/>
          <p:cNvSpPr/>
          <p:nvPr/>
        </p:nvSpPr>
        <p:spPr>
          <a:xfrm>
            <a:off x="4276344" y="3712463"/>
            <a:ext cx="1909572" cy="292608"/>
          </a:xfrm>
          <a:prstGeom prst="chevron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 band 4"/>
          <p:cNvSpPr/>
          <p:nvPr/>
        </p:nvSpPr>
        <p:spPr>
          <a:xfrm>
            <a:off x="6094476" y="3712463"/>
            <a:ext cx="1909572" cy="292608"/>
          </a:xfrm>
          <a:prstGeom prst="chevron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 band 5"/>
          <p:cNvSpPr/>
          <p:nvPr/>
        </p:nvSpPr>
        <p:spPr>
          <a:xfrm>
            <a:off x="7912608" y="3712463"/>
            <a:ext cx="1909572" cy="292608"/>
          </a:xfrm>
          <a:prstGeom prst="chevron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 band 6"/>
          <p:cNvSpPr/>
          <p:nvPr/>
        </p:nvSpPr>
        <p:spPr>
          <a:xfrm>
            <a:off x="9730740" y="3712463"/>
            <a:ext cx="1818132" cy="292608"/>
          </a:xfrm>
          <a:prstGeom prst="chevron">
            <a:avLst/>
          </a:prstGeom>
          <a:solidFill>
            <a:srgbClr val="68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ilestone 1 stem"/>
          <p:cNvSpPr/>
          <p:nvPr/>
        </p:nvSpPr>
        <p:spPr>
          <a:xfrm>
            <a:off x="1529029" y="3611879"/>
            <a:ext cx="40233" cy="246888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ilestone 1 card"/>
          <p:cNvSpPr/>
          <p:nvPr/>
        </p:nvSpPr>
        <p:spPr>
          <a:xfrm>
            <a:off x="640080" y="1508760"/>
            <a:ext cx="2727198" cy="2103120"/>
          </a:xfrm>
          <a:prstGeom prst="roundRect">
            <a:avLst/>
          </a:prstGeom>
          <a:solidFill>
            <a:srgbClr val="EF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ilestone 1 accent"/>
          <p:cNvSpPr/>
          <p:nvPr/>
        </p:nvSpPr>
        <p:spPr>
          <a:xfrm>
            <a:off x="822959" y="1709928"/>
            <a:ext cx="50292" cy="228600"/>
          </a:xfrm>
          <a:prstGeom prst="rect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ilestone 1 label"/>
          <p:cNvSpPr txBox="1"/>
          <p:nvPr/>
        </p:nvSpPr>
        <p:spPr>
          <a:xfrm>
            <a:off x="969264" y="1691639"/>
            <a:ext cx="22242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B4BDB"/>
                </a:solidFill>
                <a:latin typeface="Arial"/>
              </a:defRPr>
            </a:pPr>
            <a:r>
              <a:t>WEEK 01</a:t>
            </a:r>
          </a:p>
        </p:txBody>
      </p:sp>
      <p:sp>
        <p:nvSpPr>
          <p:cNvPr id="14" name="Milestone 1 title"/>
          <p:cNvSpPr txBox="1"/>
          <p:nvPr/>
        </p:nvSpPr>
        <p:spPr>
          <a:xfrm>
            <a:off x="822959" y="2048255"/>
            <a:ext cx="236143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Explore</a:t>
            </a:r>
          </a:p>
        </p:txBody>
      </p:sp>
      <p:sp>
        <p:nvSpPr>
          <p:cNvPr id="15" name="Milestone 1 description"/>
          <p:cNvSpPr txBox="1"/>
          <p:nvPr/>
        </p:nvSpPr>
        <p:spPr>
          <a:xfrm>
            <a:off x="822959" y="2615184"/>
            <a:ext cx="236143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Identify the topic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gather initial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questions.</a:t>
            </a:r>
          </a:p>
        </p:txBody>
      </p:sp>
      <p:sp>
        <p:nvSpPr>
          <p:cNvPr id="16" name="Milestone 1 halo"/>
          <p:cNvSpPr/>
          <p:nvPr/>
        </p:nvSpPr>
        <p:spPr>
          <a:xfrm>
            <a:off x="1283970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ilestone 1 marker"/>
          <p:cNvSpPr/>
          <p:nvPr/>
        </p:nvSpPr>
        <p:spPr>
          <a:xfrm>
            <a:off x="1334262" y="3643884"/>
            <a:ext cx="429768" cy="429768"/>
          </a:xfrm>
          <a:prstGeom prst="ellipse">
            <a:avLst/>
          </a:prstGeom>
          <a:solidFill>
            <a:srgbClr val="5B4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ilestone 1 number"/>
          <p:cNvSpPr txBox="1"/>
          <p:nvPr/>
        </p:nvSpPr>
        <p:spPr>
          <a:xfrm>
            <a:off x="1334262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Milestone 2 stem"/>
          <p:cNvSpPr/>
          <p:nvPr/>
        </p:nvSpPr>
        <p:spPr>
          <a:xfrm>
            <a:off x="3347161" y="3858768"/>
            <a:ext cx="40233" cy="4754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ilestone 2 card"/>
          <p:cNvSpPr/>
          <p:nvPr/>
        </p:nvSpPr>
        <p:spPr>
          <a:xfrm>
            <a:off x="2003679" y="4334256"/>
            <a:ext cx="2727198" cy="21031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ilestone 2 accent"/>
          <p:cNvSpPr/>
          <p:nvPr/>
        </p:nvSpPr>
        <p:spPr>
          <a:xfrm>
            <a:off x="2186559" y="4535424"/>
            <a:ext cx="5029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ilestone 2 label"/>
          <p:cNvSpPr txBox="1"/>
          <p:nvPr/>
        </p:nvSpPr>
        <p:spPr>
          <a:xfrm>
            <a:off x="2332863" y="4517136"/>
            <a:ext cx="22242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2"/>
                </a:solidFill>
                <a:latin typeface="Arial"/>
              </a:defRPr>
            </a:pPr>
            <a:r>
              <a:t>WEEK 02</a:t>
            </a:r>
          </a:p>
        </p:txBody>
      </p:sp>
      <p:sp>
        <p:nvSpPr>
          <p:cNvPr id="23" name="Milestone 2 title"/>
          <p:cNvSpPr txBox="1"/>
          <p:nvPr/>
        </p:nvSpPr>
        <p:spPr>
          <a:xfrm>
            <a:off x="2186559" y="4873752"/>
            <a:ext cx="236143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24" name="Milestone 2 description"/>
          <p:cNvSpPr txBox="1"/>
          <p:nvPr/>
        </p:nvSpPr>
        <p:spPr>
          <a:xfrm>
            <a:off x="2186559" y="5440680"/>
            <a:ext cx="236143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Set a clear goal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choose the next steps.</a:t>
            </a:r>
          </a:p>
        </p:txBody>
      </p:sp>
      <p:sp>
        <p:nvSpPr>
          <p:cNvPr id="25" name="Milestone 2 halo"/>
          <p:cNvSpPr/>
          <p:nvPr/>
        </p:nvSpPr>
        <p:spPr>
          <a:xfrm>
            <a:off x="3102102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ilestone 2 marker"/>
          <p:cNvSpPr/>
          <p:nvPr/>
        </p:nvSpPr>
        <p:spPr>
          <a:xfrm>
            <a:off x="3152394" y="3643884"/>
            <a:ext cx="429768" cy="429768"/>
          </a:xfrm>
          <a:prstGeom prst="ellipse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ilestone 2 number"/>
          <p:cNvSpPr txBox="1"/>
          <p:nvPr/>
        </p:nvSpPr>
        <p:spPr>
          <a:xfrm>
            <a:off x="3152394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8" name="Milestone 3 stem"/>
          <p:cNvSpPr/>
          <p:nvPr/>
        </p:nvSpPr>
        <p:spPr>
          <a:xfrm>
            <a:off x="5165293" y="3611879"/>
            <a:ext cx="40233" cy="246888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ilestone 3 card"/>
          <p:cNvSpPr/>
          <p:nvPr/>
        </p:nvSpPr>
        <p:spPr>
          <a:xfrm>
            <a:off x="3821811" y="1508760"/>
            <a:ext cx="2727198" cy="2103120"/>
          </a:xfrm>
          <a:prstGeom prst="roundRect">
            <a:avLst/>
          </a:prstGeom>
          <a:solidFill>
            <a:srgbClr val="F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ilestone 3 accent"/>
          <p:cNvSpPr/>
          <p:nvPr/>
        </p:nvSpPr>
        <p:spPr>
          <a:xfrm>
            <a:off x="4004691" y="1709928"/>
            <a:ext cx="50292" cy="228600"/>
          </a:xfrm>
          <a:prstGeom prst="rect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ilestone 3 label"/>
          <p:cNvSpPr txBox="1"/>
          <p:nvPr/>
        </p:nvSpPr>
        <p:spPr>
          <a:xfrm>
            <a:off x="4150995" y="1691639"/>
            <a:ext cx="22242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B4B35"/>
                </a:solidFill>
                <a:latin typeface="Arial"/>
              </a:defRPr>
            </a:pPr>
            <a:r>
              <a:t>WEEK 03</a:t>
            </a:r>
          </a:p>
        </p:txBody>
      </p:sp>
      <p:sp>
        <p:nvSpPr>
          <p:cNvPr id="32" name="Milestone 3 title"/>
          <p:cNvSpPr txBox="1"/>
          <p:nvPr/>
        </p:nvSpPr>
        <p:spPr>
          <a:xfrm>
            <a:off x="4004691" y="2048255"/>
            <a:ext cx="236143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Create</a:t>
            </a:r>
          </a:p>
        </p:txBody>
      </p:sp>
      <p:sp>
        <p:nvSpPr>
          <p:cNvPr id="33" name="Milestone 3 description"/>
          <p:cNvSpPr txBox="1"/>
          <p:nvPr/>
        </p:nvSpPr>
        <p:spPr>
          <a:xfrm>
            <a:off x="4004691" y="2615184"/>
            <a:ext cx="236143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Build a first version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and make the ideas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visible.</a:t>
            </a:r>
          </a:p>
        </p:txBody>
      </p:sp>
      <p:sp>
        <p:nvSpPr>
          <p:cNvPr id="34" name="Milestone 3 halo"/>
          <p:cNvSpPr/>
          <p:nvPr/>
        </p:nvSpPr>
        <p:spPr>
          <a:xfrm>
            <a:off x="4920234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ilestone 3 marker"/>
          <p:cNvSpPr/>
          <p:nvPr/>
        </p:nvSpPr>
        <p:spPr>
          <a:xfrm>
            <a:off x="4970526" y="3643884"/>
            <a:ext cx="429768" cy="429768"/>
          </a:xfrm>
          <a:prstGeom prst="ellipse">
            <a:avLst/>
          </a:prstGeom>
          <a:solidFill>
            <a:srgbClr val="BB4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ilestone 3 number"/>
          <p:cNvSpPr txBox="1"/>
          <p:nvPr/>
        </p:nvSpPr>
        <p:spPr>
          <a:xfrm>
            <a:off x="4970526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Milestone 4 stem"/>
          <p:cNvSpPr/>
          <p:nvPr/>
        </p:nvSpPr>
        <p:spPr>
          <a:xfrm>
            <a:off x="6983425" y="3858768"/>
            <a:ext cx="40233" cy="475488"/>
          </a:xfrm>
          <a:prstGeom prst="rect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ilestone 4 card"/>
          <p:cNvSpPr/>
          <p:nvPr/>
        </p:nvSpPr>
        <p:spPr>
          <a:xfrm>
            <a:off x="5639943" y="4334256"/>
            <a:ext cx="2727198" cy="2103120"/>
          </a:xfrm>
          <a:prstGeom prst="roundRect">
            <a:avLst/>
          </a:prstGeom>
          <a:solidFill>
            <a:srgbClr val="EA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ilestone 4 accent"/>
          <p:cNvSpPr/>
          <p:nvPr/>
        </p:nvSpPr>
        <p:spPr>
          <a:xfrm>
            <a:off x="5822823" y="4535424"/>
            <a:ext cx="50292" cy="228600"/>
          </a:xfrm>
          <a:prstGeom prst="rect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ilestone 4 label"/>
          <p:cNvSpPr txBox="1"/>
          <p:nvPr/>
        </p:nvSpPr>
        <p:spPr>
          <a:xfrm>
            <a:off x="5969127" y="4517136"/>
            <a:ext cx="22242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15ED1"/>
                </a:solidFill>
                <a:latin typeface="Arial"/>
              </a:defRPr>
            </a:pPr>
            <a:r>
              <a:t>WEEK 04</a:t>
            </a:r>
          </a:p>
        </p:txBody>
      </p:sp>
      <p:sp>
        <p:nvSpPr>
          <p:cNvPr id="41" name="Milestone 4 title"/>
          <p:cNvSpPr txBox="1"/>
          <p:nvPr/>
        </p:nvSpPr>
        <p:spPr>
          <a:xfrm>
            <a:off x="5822823" y="4873752"/>
            <a:ext cx="236143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2" name="Milestone 4 description"/>
          <p:cNvSpPr txBox="1"/>
          <p:nvPr/>
        </p:nvSpPr>
        <p:spPr>
          <a:xfrm>
            <a:off x="5822823" y="5440680"/>
            <a:ext cx="236143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Collect feedback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identify useful changes.</a:t>
            </a:r>
          </a:p>
        </p:txBody>
      </p:sp>
      <p:sp>
        <p:nvSpPr>
          <p:cNvPr id="43" name="Milestone 4 halo"/>
          <p:cNvSpPr/>
          <p:nvPr/>
        </p:nvSpPr>
        <p:spPr>
          <a:xfrm>
            <a:off x="6738366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ilestone 4 marker"/>
          <p:cNvSpPr/>
          <p:nvPr/>
        </p:nvSpPr>
        <p:spPr>
          <a:xfrm>
            <a:off x="6788658" y="3643884"/>
            <a:ext cx="429768" cy="429768"/>
          </a:xfrm>
          <a:prstGeom prst="ellipse">
            <a:avLst/>
          </a:prstGeom>
          <a:solidFill>
            <a:srgbClr val="315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ilestone 4 number"/>
          <p:cNvSpPr txBox="1"/>
          <p:nvPr/>
        </p:nvSpPr>
        <p:spPr>
          <a:xfrm>
            <a:off x="6788658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6" name="Milestone 5 stem"/>
          <p:cNvSpPr/>
          <p:nvPr/>
        </p:nvSpPr>
        <p:spPr>
          <a:xfrm>
            <a:off x="8801557" y="3611879"/>
            <a:ext cx="40233" cy="246888"/>
          </a:xfrm>
          <a:prstGeom prst="rect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ilestone 5 card"/>
          <p:cNvSpPr/>
          <p:nvPr/>
        </p:nvSpPr>
        <p:spPr>
          <a:xfrm>
            <a:off x="7458075" y="1508760"/>
            <a:ext cx="2727198" cy="2103120"/>
          </a:xfrm>
          <a:prstGeom prst="roundRect">
            <a:avLst/>
          </a:prstGeom>
          <a:solidFill>
            <a:srgbClr val="F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ilestone 5 accent"/>
          <p:cNvSpPr/>
          <p:nvPr/>
        </p:nvSpPr>
        <p:spPr>
          <a:xfrm>
            <a:off x="7640954" y="1709928"/>
            <a:ext cx="50292" cy="228600"/>
          </a:xfrm>
          <a:prstGeom prst="rect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lestone 5 label"/>
          <p:cNvSpPr txBox="1"/>
          <p:nvPr/>
        </p:nvSpPr>
        <p:spPr>
          <a:xfrm>
            <a:off x="7787258" y="1691639"/>
            <a:ext cx="22242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53575"/>
                </a:solidFill>
                <a:latin typeface="Arial"/>
              </a:defRPr>
            </a:pPr>
            <a:r>
              <a:t>WEEK 05</a:t>
            </a:r>
          </a:p>
        </p:txBody>
      </p:sp>
      <p:sp>
        <p:nvSpPr>
          <p:cNvPr id="50" name="Milestone 5 title"/>
          <p:cNvSpPr txBox="1"/>
          <p:nvPr/>
        </p:nvSpPr>
        <p:spPr>
          <a:xfrm>
            <a:off x="7640954" y="2048255"/>
            <a:ext cx="236143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Improve</a:t>
            </a:r>
          </a:p>
        </p:txBody>
      </p:sp>
      <p:sp>
        <p:nvSpPr>
          <p:cNvPr id="51" name="Milestone 5 description"/>
          <p:cNvSpPr txBox="1"/>
          <p:nvPr/>
        </p:nvSpPr>
        <p:spPr>
          <a:xfrm>
            <a:off x="7640954" y="2615184"/>
            <a:ext cx="236143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Refine the work using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what you have learned.</a:t>
            </a:r>
          </a:p>
        </p:txBody>
      </p:sp>
      <p:sp>
        <p:nvSpPr>
          <p:cNvPr id="52" name="Milestone 5 halo"/>
          <p:cNvSpPr/>
          <p:nvPr/>
        </p:nvSpPr>
        <p:spPr>
          <a:xfrm>
            <a:off x="8556498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ilestone 5 marker"/>
          <p:cNvSpPr/>
          <p:nvPr/>
        </p:nvSpPr>
        <p:spPr>
          <a:xfrm>
            <a:off x="8606790" y="3643884"/>
            <a:ext cx="429768" cy="429768"/>
          </a:xfrm>
          <a:prstGeom prst="ellipse">
            <a:avLst/>
          </a:prstGeom>
          <a:solidFill>
            <a:srgbClr val="A5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ilestone 5 number"/>
          <p:cNvSpPr txBox="1"/>
          <p:nvPr/>
        </p:nvSpPr>
        <p:spPr>
          <a:xfrm>
            <a:off x="8606790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5" name="Milestone 6 stem"/>
          <p:cNvSpPr/>
          <p:nvPr/>
        </p:nvSpPr>
        <p:spPr>
          <a:xfrm>
            <a:off x="10619689" y="3858768"/>
            <a:ext cx="40233" cy="475488"/>
          </a:xfrm>
          <a:prstGeom prst="rect">
            <a:avLst/>
          </a:prstGeom>
          <a:solidFill>
            <a:srgbClr val="68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ilestone 6 card"/>
          <p:cNvSpPr/>
          <p:nvPr/>
        </p:nvSpPr>
        <p:spPr>
          <a:xfrm>
            <a:off x="8821674" y="4334256"/>
            <a:ext cx="2727198" cy="2103120"/>
          </a:xfrm>
          <a:prstGeom prst="roundRect">
            <a:avLst/>
          </a:prstGeom>
          <a:solidFill>
            <a:srgbClr val="F0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ilestone 6 accent"/>
          <p:cNvSpPr/>
          <p:nvPr/>
        </p:nvSpPr>
        <p:spPr>
          <a:xfrm>
            <a:off x="9004554" y="4535424"/>
            <a:ext cx="50292" cy="228600"/>
          </a:xfrm>
          <a:prstGeom prst="rect">
            <a:avLst/>
          </a:prstGeom>
          <a:solidFill>
            <a:srgbClr val="68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ilestone 6 label"/>
          <p:cNvSpPr txBox="1"/>
          <p:nvPr/>
        </p:nvSpPr>
        <p:spPr>
          <a:xfrm>
            <a:off x="9150858" y="4517136"/>
            <a:ext cx="22242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87326"/>
                </a:solidFill>
                <a:latin typeface="Arial"/>
              </a:defRPr>
            </a:pPr>
            <a:r>
              <a:t>WEEK 06</a:t>
            </a:r>
          </a:p>
        </p:txBody>
      </p:sp>
      <p:sp>
        <p:nvSpPr>
          <p:cNvPr id="59" name="Milestone 6 title"/>
          <p:cNvSpPr txBox="1"/>
          <p:nvPr/>
        </p:nvSpPr>
        <p:spPr>
          <a:xfrm>
            <a:off x="9004554" y="4873752"/>
            <a:ext cx="236143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3D"/>
                </a:solidFill>
                <a:latin typeface="Arial"/>
              </a:defRPr>
            </a:pPr>
            <a:r>
              <a:t>Share</a:t>
            </a:r>
          </a:p>
        </p:txBody>
      </p:sp>
      <p:sp>
        <p:nvSpPr>
          <p:cNvPr id="60" name="Milestone 6 description"/>
          <p:cNvSpPr txBox="1"/>
          <p:nvPr/>
        </p:nvSpPr>
        <p:spPr>
          <a:xfrm>
            <a:off x="9004554" y="5440680"/>
            <a:ext cx="236143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Present the result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96274"/>
                </a:solidFill>
                <a:latin typeface="Arial"/>
              </a:defRPr>
            </a:pPr>
            <a:r>
              <a:t>record the next steps.</a:t>
            </a:r>
          </a:p>
        </p:txBody>
      </p:sp>
      <p:sp>
        <p:nvSpPr>
          <p:cNvPr id="61" name="Milestone 6 halo"/>
          <p:cNvSpPr/>
          <p:nvPr/>
        </p:nvSpPr>
        <p:spPr>
          <a:xfrm>
            <a:off x="10374630" y="3593591"/>
            <a:ext cx="530352" cy="530352"/>
          </a:xfrm>
          <a:prstGeom prst="ellipse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Milestone 6 marker"/>
          <p:cNvSpPr/>
          <p:nvPr/>
        </p:nvSpPr>
        <p:spPr>
          <a:xfrm>
            <a:off x="10424922" y="3643884"/>
            <a:ext cx="429768" cy="429768"/>
          </a:xfrm>
          <a:prstGeom prst="ellipse">
            <a:avLst/>
          </a:prstGeom>
          <a:solidFill>
            <a:srgbClr val="68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ilestone 6 number"/>
          <p:cNvSpPr txBox="1"/>
          <p:nvPr/>
        </p:nvSpPr>
        <p:spPr>
          <a:xfrm>
            <a:off x="10424922" y="364388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